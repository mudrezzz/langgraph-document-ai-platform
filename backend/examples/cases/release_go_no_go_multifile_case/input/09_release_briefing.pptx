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Notes: финальный go/no-go требует закрыть security approval и подтвердить on-call roster.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Notes: escalation required if approvals remain pending at T-4h to release.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Release Briefing: Payments v2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Security sign-off: PENDING</a:t>
            </a:r>
          </a:p>
          <a:p>
            <a:r>
              <a:t>Rollback readiness: READY</a:t>
            </a:r>
          </a:p>
          <a:p>
            <a:r>
              <a:t>Customer notification: APPROVED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Release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Pending security governance confirmation</a:t>
            </a:r>
          </a:p>
          <a:p>
            <a:pPr lvl="1"/>
            <a:r>
              <a:t>Mitigation: security lead review before freeze</a:t>
            </a:r>
          </a:p>
          <a:p>
            <a:r>
              <a:t>Canary rollback drill not signed-off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